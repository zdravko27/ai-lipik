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smtClean="0"/>
              <a:t>Kliknite da biste uredili stil podnaslova matrice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3545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8366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140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9032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7055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9668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7811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1690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9711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0171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2900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ED7C1-AE94-4DFE-8EF2-E73096F4832E}" type="datetimeFigureOut">
              <a:rPr lang="hr-HR" smtClean="0"/>
              <a:t>24.4.2026.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B51C2-E9DB-44F4-AAB6-D7D203A7E7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6764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r-HR" b="1" dirty="0" smtClean="0"/>
              <a:t>AI sustav za automatsku analizu računa</a:t>
            </a:r>
            <a:r>
              <a:rPr lang="hr-HR" dirty="0" smtClean="0"/>
              <a:t> OCR + NLP + automatska kategorizacija troškova</a:t>
            </a:r>
            <a:endParaRPr lang="hr-HR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b="1" dirty="0" smtClean="0"/>
              <a:t>Autor:</a:t>
            </a:r>
            <a:r>
              <a:rPr lang="hr-HR" dirty="0" smtClean="0"/>
              <a:t> Zdravko Matičević</a:t>
            </a:r>
          </a:p>
          <a:p>
            <a:r>
              <a:rPr lang="hr-HR" dirty="0" smtClean="0"/>
              <a:t> </a:t>
            </a:r>
            <a:r>
              <a:rPr lang="hr-HR" b="1" dirty="0" smtClean="0"/>
              <a:t>Program:</a:t>
            </a:r>
            <a:r>
              <a:rPr lang="hr-HR" dirty="0" smtClean="0"/>
              <a:t> AI Specijalist – Lipik </a:t>
            </a:r>
          </a:p>
          <a:p>
            <a:r>
              <a:rPr lang="hr-HR" b="1" dirty="0" smtClean="0"/>
              <a:t>Godina:</a:t>
            </a:r>
            <a:r>
              <a:rPr lang="hr-HR" dirty="0" smtClean="0"/>
              <a:t> 2026.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70555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Što radi moj kod?</a:t>
            </a:r>
            <a:endParaRPr lang="hr-H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Učitava veliki dataset računa (slike + PDF)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Radi OCR nad svakim dokumentom (Tesseract)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Prepoznaje: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trgovinu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valutu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artikle i cijene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Parsira linije i izdvaja stavke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Automatski kategorizira artikle (Food, Drinks, Hygiene…)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Sprema sve u finalni CSV za analizu</a:t>
            </a:r>
          </a:p>
        </p:txBody>
      </p:sp>
    </p:spTree>
    <p:extLst>
      <p:ext uri="{BB962C8B-B14F-4D97-AF65-F5344CB8AC3E}">
        <p14:creationId xmlns:p14="http://schemas.microsoft.com/office/powerpoint/2010/main" val="407821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Ključne funkcionalnosti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r-HR" b="1" dirty="0" smtClean="0">
                <a:effectLst/>
              </a:rPr>
              <a:t>1) OCR modul</a:t>
            </a:r>
            <a:endParaRPr lang="hr-HR" dirty="0" smtClean="0"/>
          </a:p>
          <a:p>
            <a:r>
              <a:rPr lang="hr-HR" dirty="0" smtClean="0">
                <a:effectLst/>
              </a:rPr>
              <a:t>PDF → slike → OCR</a:t>
            </a:r>
            <a:endParaRPr lang="hr-HR" dirty="0" smtClean="0"/>
          </a:p>
          <a:p>
            <a:r>
              <a:rPr lang="hr-HR" dirty="0" smtClean="0">
                <a:effectLst/>
              </a:rPr>
              <a:t>Čišćenje teksta i normalizacija</a:t>
            </a:r>
            <a:endParaRPr lang="hr-HR" dirty="0" smtClean="0"/>
          </a:p>
          <a:p>
            <a:r>
              <a:rPr lang="hr-HR" b="1" dirty="0" smtClean="0">
                <a:effectLst/>
              </a:rPr>
              <a:t>2) Auto-</a:t>
            </a:r>
            <a:r>
              <a:rPr lang="hr-HR" b="1" dirty="0" err="1" smtClean="0">
                <a:effectLst/>
              </a:rPr>
              <a:t>learning</a:t>
            </a:r>
            <a:r>
              <a:rPr lang="hr-HR" b="1" dirty="0" smtClean="0">
                <a:effectLst/>
              </a:rPr>
              <a:t> sustav</a:t>
            </a:r>
            <a:endParaRPr lang="hr-HR" dirty="0" smtClean="0"/>
          </a:p>
          <a:p>
            <a:r>
              <a:rPr lang="hr-HR" dirty="0" smtClean="0">
                <a:effectLst/>
              </a:rPr>
              <a:t>automatski uči:</a:t>
            </a:r>
            <a:endParaRPr lang="hr-HR" dirty="0" smtClean="0"/>
          </a:p>
          <a:p>
            <a:pPr lvl="1"/>
            <a:r>
              <a:rPr lang="hr-HR" dirty="0" err="1" smtClean="0">
                <a:effectLst/>
              </a:rPr>
              <a:t>storewords</a:t>
            </a:r>
            <a:endParaRPr lang="hr-HR" dirty="0" smtClean="0"/>
          </a:p>
          <a:p>
            <a:pPr lvl="1"/>
            <a:r>
              <a:rPr lang="hr-HR" dirty="0" err="1" smtClean="0">
                <a:effectLst/>
              </a:rPr>
              <a:t>blacklist</a:t>
            </a:r>
            <a:r>
              <a:rPr lang="hr-HR" dirty="0" smtClean="0">
                <a:effectLst/>
              </a:rPr>
              <a:t> riječi</a:t>
            </a:r>
            <a:endParaRPr lang="hr-HR" dirty="0" smtClean="0"/>
          </a:p>
          <a:p>
            <a:pPr lvl="1"/>
            <a:r>
              <a:rPr lang="hr-HR" dirty="0" smtClean="0">
                <a:effectLst/>
              </a:rPr>
              <a:t>kategorije artikala</a:t>
            </a:r>
            <a:endParaRPr lang="hr-HR" dirty="0" smtClean="0"/>
          </a:p>
          <a:p>
            <a:pPr lvl="1"/>
            <a:r>
              <a:rPr lang="hr-HR" dirty="0" err="1" smtClean="0">
                <a:effectLst/>
              </a:rPr>
              <a:t>learnedwords</a:t>
            </a:r>
            <a:r>
              <a:rPr lang="hr-HR" dirty="0" smtClean="0">
                <a:effectLst/>
              </a:rPr>
              <a:t> iz stvarnih podataka</a:t>
            </a:r>
            <a:endParaRPr lang="hr-HR" dirty="0" smtClean="0"/>
          </a:p>
          <a:p>
            <a:r>
              <a:rPr lang="hr-HR" b="1" dirty="0" smtClean="0">
                <a:effectLst/>
              </a:rPr>
              <a:t>3) Ekstrakcija cijena i artikala</a:t>
            </a:r>
            <a:endParaRPr lang="hr-HR" dirty="0" smtClean="0"/>
          </a:p>
          <a:p>
            <a:r>
              <a:rPr lang="hr-HR" dirty="0" err="1" smtClean="0">
                <a:effectLst/>
              </a:rPr>
              <a:t>regex</a:t>
            </a:r>
            <a:r>
              <a:rPr lang="hr-HR" dirty="0" smtClean="0">
                <a:effectLst/>
              </a:rPr>
              <a:t> prepoznavanje iznosa</a:t>
            </a:r>
            <a:endParaRPr lang="hr-HR" dirty="0" smtClean="0"/>
          </a:p>
          <a:p>
            <a:r>
              <a:rPr lang="hr-HR" dirty="0" smtClean="0">
                <a:effectLst/>
              </a:rPr>
              <a:t>spajanje naziva artikla i cijene</a:t>
            </a:r>
            <a:endParaRPr lang="hr-HR" dirty="0" smtClean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0449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92237"/>
          </a:xfrm>
        </p:spPr>
        <p:txBody>
          <a:bodyPr/>
          <a:lstStyle/>
          <a:p>
            <a:r>
              <a:rPr lang="hr-HR" dirty="0" smtClean="0"/>
              <a:t>Arhitektura sustava</a:t>
            </a:r>
            <a:endParaRPr lang="hr-HR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2832100"/>
            <a:ext cx="9144000" cy="2425700"/>
          </a:xfrm>
        </p:spPr>
        <p:txBody>
          <a:bodyPr/>
          <a:lstStyle/>
          <a:p>
            <a:r>
              <a:rPr lang="hr-HR" b="1" dirty="0" err="1" smtClean="0">
                <a:effectLst/>
              </a:rPr>
              <a:t>Pipeline</a:t>
            </a:r>
            <a:r>
              <a:rPr lang="hr-HR" b="1" dirty="0" smtClean="0">
                <a:effectLst/>
              </a:rPr>
              <a:t>:</a:t>
            </a:r>
            <a:endParaRPr lang="hr-HR" dirty="0" smtClean="0"/>
          </a:p>
          <a:p>
            <a:r>
              <a:rPr lang="hr-HR" dirty="0" smtClean="0">
                <a:effectLst/>
              </a:rPr>
              <a:t>Slika / PDF → </a:t>
            </a:r>
            <a:r>
              <a:rPr lang="hr-HR" dirty="0" err="1" smtClean="0">
                <a:effectLst/>
              </a:rPr>
              <a:t>Preprocessing</a:t>
            </a:r>
            <a:r>
              <a:rPr lang="hr-HR" dirty="0" smtClean="0">
                <a:effectLst/>
              </a:rPr>
              <a:t> → OCR (</a:t>
            </a:r>
            <a:r>
              <a:rPr lang="hr-HR" dirty="0" err="1" smtClean="0">
                <a:effectLst/>
              </a:rPr>
              <a:t>Tesseract</a:t>
            </a:r>
            <a:r>
              <a:rPr lang="hr-HR" dirty="0" smtClean="0">
                <a:effectLst/>
              </a:rPr>
              <a:t>) → </a:t>
            </a:r>
            <a:r>
              <a:rPr lang="hr-HR" dirty="0" err="1" smtClean="0">
                <a:effectLst/>
              </a:rPr>
              <a:t>Parsiranje</a:t>
            </a:r>
            <a:r>
              <a:rPr lang="hr-HR" dirty="0" smtClean="0">
                <a:effectLst/>
              </a:rPr>
              <a:t> linija → Auto-</a:t>
            </a:r>
            <a:r>
              <a:rPr lang="hr-HR" dirty="0" err="1" smtClean="0">
                <a:effectLst/>
              </a:rPr>
              <a:t>learning</a:t>
            </a:r>
            <a:r>
              <a:rPr lang="hr-HR" dirty="0" smtClean="0">
                <a:effectLst/>
              </a:rPr>
              <a:t> (</a:t>
            </a:r>
            <a:r>
              <a:rPr lang="hr-HR" dirty="0" err="1" smtClean="0">
                <a:effectLst/>
              </a:rPr>
              <a:t>storewords</a:t>
            </a:r>
            <a:r>
              <a:rPr lang="hr-HR" dirty="0" smtClean="0">
                <a:effectLst/>
              </a:rPr>
              <a:t>, </a:t>
            </a:r>
            <a:r>
              <a:rPr lang="hr-HR" dirty="0" err="1" smtClean="0">
                <a:effectLst/>
              </a:rPr>
              <a:t>categories</a:t>
            </a:r>
            <a:r>
              <a:rPr lang="hr-HR" dirty="0" smtClean="0">
                <a:effectLst/>
              </a:rPr>
              <a:t>, </a:t>
            </a:r>
            <a:r>
              <a:rPr lang="hr-HR" dirty="0" err="1" smtClean="0">
                <a:effectLst/>
              </a:rPr>
              <a:t>blacklist</a:t>
            </a:r>
            <a:r>
              <a:rPr lang="hr-HR" dirty="0" smtClean="0">
                <a:effectLst/>
              </a:rPr>
              <a:t>) → Kategorizacija artikala → Finalni </a:t>
            </a:r>
            <a:r>
              <a:rPr lang="hr-HR" dirty="0" err="1" smtClean="0">
                <a:effectLst/>
              </a:rPr>
              <a:t>DataFrame</a:t>
            </a:r>
            <a:r>
              <a:rPr lang="hr-HR" dirty="0" smtClean="0">
                <a:effectLst/>
              </a:rPr>
              <a:t> → CSV </a:t>
            </a:r>
            <a:r>
              <a:rPr lang="hr-HR" dirty="0" err="1" smtClean="0">
                <a:effectLst/>
              </a:rPr>
              <a:t>export</a:t>
            </a:r>
            <a:endParaRPr lang="hr-HR" dirty="0" smtClean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38148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96937"/>
          </a:xfrm>
        </p:spPr>
        <p:txBody>
          <a:bodyPr>
            <a:normAutofit fontScale="90000"/>
          </a:bodyPr>
          <a:lstStyle/>
          <a:p>
            <a:r>
              <a:rPr lang="hr-HR" dirty="0" smtClean="0"/>
              <a:t>Rezultat</a:t>
            </a:r>
            <a:endParaRPr lang="hr-H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Finalni dataset: </a:t>
            </a:r>
            <a:r>
              <a:rPr kumimoji="0" lang="sr-Latn-RS" altLang="sr-Latn-R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Expense_Analysis_Final.csv</a:t>
            </a:r>
            <a:endParaRPr kumimoji="0" lang="sr-Latn-RS" altLang="sr-Latn-R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Sadrži: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trgovinu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valutu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originalni naziv artikla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cijenu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automatsku kategoriju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Spreman za: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grafove potrošnje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analizu troškova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treniranje ML modela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altLang="sr-Latn-R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013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Zaključak</a:t>
            </a:r>
            <a:endParaRPr lang="hr-HR" dirty="0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>
                <a:effectLst/>
              </a:rPr>
              <a:t>Napravljen je </a:t>
            </a:r>
            <a:r>
              <a:rPr lang="hr-HR" b="1" dirty="0" err="1" smtClean="0">
                <a:effectLst/>
              </a:rPr>
              <a:t>production‑ready</a:t>
            </a:r>
            <a:r>
              <a:rPr lang="hr-HR" b="1" dirty="0" smtClean="0">
                <a:effectLst/>
              </a:rPr>
              <a:t> OCR + NLP sustav</a:t>
            </a:r>
            <a:endParaRPr lang="hr-HR" dirty="0" smtClean="0"/>
          </a:p>
          <a:p>
            <a:r>
              <a:rPr lang="hr-HR" dirty="0" smtClean="0">
                <a:effectLst/>
              </a:rPr>
              <a:t>Automatski obrađuje veliki broj računa</a:t>
            </a:r>
            <a:endParaRPr lang="hr-HR" dirty="0" smtClean="0"/>
          </a:p>
          <a:p>
            <a:r>
              <a:rPr lang="hr-HR" dirty="0" smtClean="0">
                <a:effectLst/>
              </a:rPr>
              <a:t>Uči iz podataka i poboljšava kategorizaciju</a:t>
            </a:r>
            <a:endParaRPr lang="hr-HR" dirty="0" smtClean="0"/>
          </a:p>
          <a:p>
            <a:r>
              <a:rPr lang="hr-HR" dirty="0" smtClean="0">
                <a:effectLst/>
              </a:rPr>
              <a:t>Generira strukturirane podatke spremne za analitiku i ML</a:t>
            </a:r>
            <a:endParaRPr lang="hr-HR" dirty="0" smtClean="0"/>
          </a:p>
          <a:p>
            <a:r>
              <a:rPr lang="hr-HR" dirty="0" smtClean="0">
                <a:effectLst/>
              </a:rPr>
              <a:t>Sustav je modularan, proširiv i spreman za daljnji razvoj</a:t>
            </a:r>
            <a:endParaRPr lang="hr-HR" dirty="0" smtClean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982416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Široki zaslon</PresentationFormat>
  <Paragraphs>50</Paragraphs>
  <Slides>6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sustava Office</vt:lpstr>
      <vt:lpstr>AI sustav za automatsku analizu računa OCR + NLP + automatska kategorizacija troškova</vt:lpstr>
      <vt:lpstr>Što radi moj kod?</vt:lpstr>
      <vt:lpstr>Ključne funkcionalnosti</vt:lpstr>
      <vt:lpstr>Arhitektura sustava</vt:lpstr>
      <vt:lpstr>Rezultat</vt:lpstr>
      <vt:lpstr>Zaključak</vt:lpstr>
    </vt:vector>
  </TitlesOfParts>
  <Company>MUP RH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sustav za automatsku analizu računa OCR + NLP + automatska kategorizacija troškova</dc:title>
  <dc:creator>Matičević Zdravko</dc:creator>
  <cp:lastModifiedBy>Matičević Zdravko</cp:lastModifiedBy>
  <cp:revision>1</cp:revision>
  <dcterms:created xsi:type="dcterms:W3CDTF">2026-04-24T05:48:45Z</dcterms:created>
  <dcterms:modified xsi:type="dcterms:W3CDTF">2026-04-24T05:48:57Z</dcterms:modified>
</cp:coreProperties>
</file>